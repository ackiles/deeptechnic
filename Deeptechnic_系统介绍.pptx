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752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✦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Deeptechnic · 技研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0" y="246888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基于 AI 的技术尽调框架系统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v1.0.0  ·  77 个技能文件  ·  1.0 MB  ·  SkillOpt 自动优化管道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系统架构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核心系统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Agent 定义 + 四轮工作流 + 评估框架 + 技能索引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109728" cy="1234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11 个核心技能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Claim 验证、团队评估、供应链审计、竞品发现、话术反驳、质量门控、信号分类等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109728" cy="1234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4 个专家角色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技术评审、供应链分析、团队评估、竞品分析 — 角色化审查框架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14600"/>
            <a:ext cx="10972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49 个科学技能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971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AI/ML、脑机接口、工程仿真、医学影像、数据分析、地理空间 — 领域知识库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37560" y="2514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514600"/>
            <a:ext cx="109728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SkillOpt 优化引擎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2971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通过 LLM 评估 + 门控重写循环，从用户反馈中自动优化技能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2514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514600"/>
            <a:ext cx="109728" cy="1234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6 个历史项目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971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脉冲红外、Micro-OLED、无人机、HDMEA — 带质量评分的历史训练数据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核心特性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质量评估维度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Claim 验证、工程鸿沟、团队评估、竞品发现、供应链、独立分析、评分精度、优先级 — 每维度 0.0-1.0 评分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690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零操作反馈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信号分类器自动从自然对话中提取质量信号。无表单、无评分、无额外操作。每个问题都是反馈。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78+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科学数据库接入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数据库查找技能连接 78+ 个公共数据库，覆盖生物技术、化学和临床领域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阶段化会话引导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每次对话按结构化阶段推进：项目启动 → 首次评估 → 反馈分析 → 专家准备 → 综合结论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37560" y="2514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36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6908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子维度评分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2971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LLM 评估器对 36 个细分子维度评分，配合关键词匹配兜底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2514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P0-P2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优先级体系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971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</a:rPr>
              <a:t>所有未决问题按 P0（阻断）、P1（建议回答）、P2（可延缓）排序 — 清晰的升级路径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SkillOpt 自动优化管道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项目 BP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技术 claims +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团队信息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33172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尽调分析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四轮评估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使用技能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2628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用户反馈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自然语言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反馈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72084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10972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信号分类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自动提取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质量信号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SkillOpt 训练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执行 → 反思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→ 编辑 → 门控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3172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51760" y="21945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验证门控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评分提升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才接受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2628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21945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最佳技能文档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优化后的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工作流程规则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2084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40880" y="21945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更优报告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下次评估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质量提升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28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训练数据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0896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10896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训练轮次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53KB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2064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最佳技能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3232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+7.6%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3232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评分提升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Deeptechnic Technical DD System</dc:title>
  <dc:subject>v1.0.0</dc:subject>
  <dc:creator>Deeptechnic</dc:creator>
  <cp:lastModifiedBy>Deeptechnic</cp:lastModifiedBy>
  <cp:revision>1</cp:revision>
  <dcterms:created xsi:type="dcterms:W3CDTF">2026-06-17T15:30:08Z</dcterms:created>
  <dcterms:modified xsi:type="dcterms:W3CDTF">2026-06-17T15:30:08Z</dcterms:modified>
</cp:coreProperties>
</file>